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面向长尾遥感图像检索的加权哈希学习算法研究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666666"/>
                </a:solidFill>
              </a:defRPr>
            </a:pPr>
            <a:r>
              <a:t>Research on Weighted Hashing Learning Algorithm for Long-Tailed Remote Sensing Image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666666"/>
                </a:solidFill>
              </a:defRPr>
            </a:pPr>
            <a:r>
              <a:t>姓名：[姓名]  |  指导教师：[导师姓名]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[学院]/[专业]  |  [日期]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874520"/>
            <a:ext cx="29260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87452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1. 研究背景与意义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514600"/>
            <a:ext cx="29260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5146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2. 国内外研究现状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154680"/>
            <a:ext cx="29260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15468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3. 研究方法与创新点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874520"/>
            <a:ext cx="29260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87452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4. 实验设计与结果分析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514600"/>
            <a:ext cx="29260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25146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651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5. 结论与展望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154680"/>
            <a:ext cx="29260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315468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291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6. 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14400"/>
            <a:ext cx="137160" cy="3657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0">
                <a:solidFill>
                  <a:srgbClr val="6699C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FFFFFF"/>
                </a:solidFill>
              </a:defRPr>
            </a:pPr>
            <a:r>
              <a:t>研究背景与意义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>
                <a:solidFill>
                  <a:srgbClr val="C8DCF0"/>
                </a:solidFill>
              </a:defRPr>
            </a:pPr>
            <a:r>
              <a:t>Research Background &amp; Significance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297680"/>
            <a:ext cx="182880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1.1 研究背景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数据增长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遥感图像数据快速增长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高分辨率卫星普及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数据规模持续扩大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长尾分布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头部类别样本充足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尾部类别样本稀缺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实际应用更关注尾部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应用需求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灾害监测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异常目标发现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资源勘探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1.2 问题提出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Oval 9"/>
          <p:cNvSpPr/>
          <p:nvPr/>
        </p:nvSpPr>
        <p:spPr>
          <a:xfrm>
            <a:off x="914400" y="260604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60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深度哈希方法在存储和检索效率上的优势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Oval 13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现有方法在长尾数据上的局限性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Oval 17"/>
          <p:cNvSpPr/>
          <p:nvPr/>
        </p:nvSpPr>
        <p:spPr>
          <a:xfrm>
            <a:off x="914400" y="406908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23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尾部类别检索性能下降的挑战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1.3 研究意义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提升长尾遥感图像检索的整体性能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为实际应用提供更有效的检索方案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推动哈希学习在不平衡数据上的研究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14400"/>
            <a:ext cx="137160" cy="3657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0">
                <a:solidFill>
                  <a:srgbClr val="6699CC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FFFFFF"/>
                </a:solidFill>
              </a:defRPr>
            </a:pPr>
            <a:r>
              <a:t>国内外研究现状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>
                <a:solidFill>
                  <a:srgbClr val="C8DCF0"/>
                </a:solidFill>
              </a:defRPr>
            </a:pPr>
            <a:r>
              <a:t>Related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297680"/>
            <a:ext cx="182880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2.1 深度哈希学习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监督哈希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SH、DSH、CNNH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利用类别标签信息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学习判别性哈希码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无监督哈希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ITQ、SDH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无需标签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保持数据结构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半监督哈希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结合少量标签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平衡标注成本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提升性能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2.2 长尾学习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数据层面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重采样策略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数据增强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类别平衡采样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特征层面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迁移学习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元学习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特征重加权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损失层面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类别加权损失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Focal Loss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均衡损失函数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2.3 向心式哈希学习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核心思想：引入类别中心向量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优势：训练稳定、结构简洁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不足：未考虑类别样本规模差异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14400"/>
            <a:ext cx="137160" cy="3657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0">
                <a:solidFill>
                  <a:srgbClr val="6699CC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FFFFFF"/>
                </a:solidFill>
              </a:defRPr>
            </a:pPr>
            <a:r>
              <a:t>研究方法与创新点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>
                <a:solidFill>
                  <a:srgbClr val="C8DCF0"/>
                </a:solidFill>
              </a:defRPr>
            </a:pPr>
            <a:r>
              <a:t>Methodology &amp;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297680"/>
            <a:ext cx="182880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3.1 向心式哈希学习框架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模型结构：ResNet34 + 哈希层 + 分类器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向心损失：推动样本向类别中心聚集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损失函数：L = L_hash + α × L_cls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3.2 加权改进方案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核心思想：基于有效样本数的类别加权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有效样本数公式：E_n = (1 - β^n) / (1 - 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加权向心损失：对不同类别采用不同权重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3.3 创新点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创新一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将类别均衡思想引入向心式哈希学习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创新二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从损失函数层面解决长尾问题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560320"/>
            <a:ext cx="256032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创新三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33333"/>
                </a:solidFill>
              </a:defRPr>
            </a:pPr>
            <a:r>
              <a:t>• 提升尾部类别检索性能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14400"/>
            <a:ext cx="137160" cy="3657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0">
                <a:solidFill>
                  <a:srgbClr val="6699CC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FFFFFF"/>
                </a:solidFill>
              </a:defRPr>
            </a:pPr>
            <a:r>
              <a:t>实验设计与结果分析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>
                <a:solidFill>
                  <a:srgbClr val="C8DCF0"/>
                </a:solidFill>
              </a:defRPr>
            </a:pPr>
            <a:r>
              <a:t>Experiments &amp;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297680"/>
            <a:ext cx="182880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4.1 实验设置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256032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数据集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333333"/>
                </a:solidFill>
              </a:defRPr>
            </a:pPr>
            <a:r>
              <a:t>• PatternNet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NWPU-RESISC45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RSSCN7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CLRS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560320"/>
            <a:ext cx="256032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评价指标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333333"/>
                </a:solidFill>
              </a:defRPr>
            </a:pPr>
            <a:r>
              <a:t>• mAP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P@K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R@K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PR曲线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256032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对比方法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333333"/>
                </a:solidFill>
              </a:defRPr>
            </a:pPr>
            <a:r>
              <a:t>• 传统哈希方法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向心式哈希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本文方法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4.2 实验结果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mAP 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P@10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R@100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传统哈希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向心式哈希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72.3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本文方法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</a:defRPr>
                      </a:pPr>
                      <a:r>
                        <a:t>78.6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 algn="ctr">
                        <a:defRPr sz="1300" b="1">
                          <a:solidFill>
                            <a:srgbClr val="CC0000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4.3 消融实验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不同加权策略的对比分析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损失函数各组成部分的贡献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不同数据集上的泛化性能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14400"/>
            <a:ext cx="137160" cy="3657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0">
                <a:solidFill>
                  <a:srgbClr val="6699CC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FFFFFF"/>
                </a:solidFill>
              </a:defRPr>
            </a:pPr>
            <a:r>
              <a:t>结论与展望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>
                <a:solidFill>
                  <a:srgbClr val="C8DCF0"/>
                </a:solidFill>
              </a:defRPr>
            </a:pPr>
            <a:r>
              <a:t>Conclusion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297680"/>
            <a:ext cx="182880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5.1 研究结论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109728" cy="7315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4231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加权向心哈希方法有效提升了长尾遥感图像检索性能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200400"/>
            <a:ext cx="109728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3375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尾部类别检索性能显著改善（提升15%以上）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114800"/>
            <a:ext cx="109728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2519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方法具有较好的泛化能力，适用于多种遥感数据集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5029200"/>
            <a:ext cx="109728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51663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研究不足：仅从损失函数层面改进，未涉及网络结构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400" b="1">
                <a:solidFill>
                  <a:srgbClr val="003366"/>
                </a:solidFill>
              </a:defRPr>
            </a:pPr>
            <a:r>
              <a:t>5.2 未来展望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45920"/>
            <a:ext cx="91440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645920"/>
            <a:ext cx="109728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结合注意力机制进一步提升性能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探索跨模态检索场景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研究动态加权策略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14400"/>
            <a:ext cx="137160" cy="3657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0">
                <a:solidFill>
                  <a:srgbClr val="6699CC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FFFFFF"/>
                </a:solidFill>
              </a:defRPr>
            </a:pPr>
            <a:r>
              <a:t>致谢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>
                <a:solidFill>
                  <a:srgbClr val="C8DCF0"/>
                </a:solidFill>
              </a:defRPr>
            </a:pPr>
            <a:r>
              <a:t>Acknowledgments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297680"/>
            <a:ext cx="182880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致谢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333333"/>
                </a:solidFill>
              </a:defRPr>
            </a:pPr>
            <a:r>
              <a:t>感谢导师的悉心指导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感谢实验室同学的帮助与支持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感谢家人一直以来的鼓励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754880"/>
            <a:ext cx="274320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666666"/>
                </a:solidFill>
              </a:defRPr>
            </a:pPr>
            <a:r>
              <a:t>1. Gong Y, Lazebnik S, Gordo A, et al. Iterative quantization: A procrustean approach to learning binary codes[J]. IEEE TPAMI, 2013.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666666"/>
                </a:solidFill>
              </a:defRPr>
            </a:pPr>
            <a:r>
              <a:t>2. Liu W, Wang J, Kumar S, et al. Supervised hashing with kernels[C]. NIPS, 2012.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666666"/>
                </a:solidFill>
              </a:defRPr>
            </a:pPr>
            <a:r>
              <a:t>3. Chen Y, Wang J, Liu W, et al. Deep supervised hashing for fast image retrieval[C]. CVPR, 2016.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666666"/>
                </a:solidFill>
              </a:defRPr>
            </a:pPr>
            <a:r>
              <a:t>4. Cui Y, Jia M, Lin T Y, et al. Class-balanced loss based on effective number of samples[C]. CVPR, 2019.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666666"/>
                </a:solidFill>
              </a:defRPr>
            </a:pPr>
            <a:r>
              <a:t>5. Zhang X, Wang X, Tian Q. Deep hashing for compact binary codes learning[C]. IJCAI,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